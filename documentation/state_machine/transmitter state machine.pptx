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2AD8A-CF2E-9CB5-9FB2-2F6DC8A2B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B5731-1EFE-FDF6-EC0C-61B28785E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73C1-DCFE-E479-4D9E-55567035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65B1-204B-4DFA-A8F6-CF88B4DB82E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EA4D2-97FD-1123-5BAA-1024B68EF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7829B-24AF-4836-C11D-2AF93482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BE80D-3490-4B00-BF22-568CBB91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14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C569-6A17-8149-CAC7-230A1F5C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D4D05-F664-74EF-ABD7-A59FF0A80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F6E2D-ED39-8B24-B3F5-D2E254D2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65B1-204B-4DFA-A8F6-CF88B4DB82E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AA413-6A8E-A3F7-D6E8-A517DF3D7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97057-F49E-0677-5364-4A434B8FA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BE80D-3490-4B00-BF22-568CBB91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85E8-8D0C-131F-2CF8-CFAB55E9D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93548-F75C-2493-6369-268260B0E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CAECD-3932-BDA6-C5DD-5418CBEC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65B1-204B-4DFA-A8F6-CF88B4DB82E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DAE99-3096-2C49-5182-059D5C33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9C7B3-8965-F5A5-5584-647E4971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BE80D-3490-4B00-BF22-568CBB91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5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FD72-37FC-D80A-7A8A-43D92A78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8EDFD-733E-E06A-7A67-FAB675C1F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49EDB-DAF4-E4A8-720B-866410D25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A9FFD-7BCA-0B4B-8362-9B91121E1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65B1-204B-4DFA-A8F6-CF88B4DB82E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235D0-CE4C-F624-D123-D7DD7BFF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F0260-C7AA-00F5-FD1B-3B7A1654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BE80D-3490-4B00-BF22-568CBB91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5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779E-F916-3887-0E40-79E93B8E7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4C8AD-9653-6F5B-AC0E-63CD5CB36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1A2FD-C824-6A48-53D9-828C9F4E0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5D71AA-A3A9-48F5-4CF2-3A585B74A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9D3A3-4794-7C3D-BFAB-EFE3E205F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B0B84A-C9D9-12DA-442D-3331403E1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65B1-204B-4DFA-A8F6-CF88B4DB82E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07610C-44D0-31C5-021F-AD5EE9B3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F945AB-0004-2385-FC2D-82504D4A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BE80D-3490-4B00-BF22-568CBB91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97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0A4E-B55D-6ECC-FF1C-DF82BB30F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11988-1B16-AB7C-5349-BAC7EE21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65B1-204B-4DFA-A8F6-CF88B4DB82E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EC77F-217E-E629-DF57-B383C842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95CC2-8840-0AE8-3B80-56E80D36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BE80D-3490-4B00-BF22-568CBB91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40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A0C4A1-11AE-B84D-971C-C25F510B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65B1-204B-4DFA-A8F6-CF88B4DB82E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090E0-0F65-08A7-3458-AD68308A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E4EE1-6890-D240-440C-9A22040D8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BE80D-3490-4B00-BF22-568CBB91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1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5E4B0-76AD-F841-FE63-198F7826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4EA88-44C3-87DF-D7AA-CD3C60BC5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D0C82-DCAD-6685-F19B-55E952B85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CAAAC-8195-A253-08A9-897F6C6FF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65B1-204B-4DFA-A8F6-CF88B4DB82E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37200-3836-58B8-423D-2C9F6F53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10DAB-16F3-9B08-5844-FEA2EF81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BE80D-3490-4B00-BF22-568CBB91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8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59ED-9701-2F96-9EB1-3795BE43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F935B-211D-1F07-7799-3F9240CC1F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72730-EA1E-F15E-9233-ADAD25850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868C5-2E7E-53C0-863D-2656F11B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65B1-204B-4DFA-A8F6-CF88B4DB82E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320D6-7F7E-CDBA-1386-20579F51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846A2-8ADF-511C-A284-60CC5E1E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BE80D-3490-4B00-BF22-568CBB91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2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40B3-5083-A4D3-FBA2-C9781130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C01E1-56BF-19FC-692C-E1B7E5FFA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77E7D-4BF1-43A8-57F6-50A32D24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65B1-204B-4DFA-A8F6-CF88B4DB82E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06155-9E4D-4D0B-9C19-0046612B0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D0ECB-09F5-916D-81B3-4BF49636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BE80D-3490-4B00-BF22-568CBB91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66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AF9AD6-4AD4-154E-8029-0FE8045B1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BDC45-5EE7-4B46-FBE4-C7A430BBF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6BB1D-AEBA-4007-1170-03436183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65B1-204B-4DFA-A8F6-CF88B4DB82E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4A8A5-1B02-50F2-4C9C-1A21481D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3A496-4D57-2289-E3AA-304159D3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BE80D-3490-4B00-BF22-568CBB91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00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9C024-D05A-7027-8910-BDA05F50C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CAE14-B502-C113-92E9-6FE322E82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B725-02F0-FCEB-0B16-DF28807D8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865B1-204B-4DFA-A8F6-CF88B4DB82E3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CDC16-B7BD-C059-E539-E20759310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4F005-6A23-1176-4E0C-F8A27DE87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BE80D-3490-4B00-BF22-568CBB910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89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4F8C3A-DB37-9DF6-B7D1-936F5812CBBC}"/>
              </a:ext>
            </a:extLst>
          </p:cNvPr>
          <p:cNvSpPr/>
          <p:nvPr/>
        </p:nvSpPr>
        <p:spPr>
          <a:xfrm>
            <a:off x="1566040" y="967409"/>
            <a:ext cx="10394047" cy="45322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A734082-FDD6-2F72-D12C-B0CB4A43A43F}"/>
              </a:ext>
            </a:extLst>
          </p:cNvPr>
          <p:cNvGrpSpPr/>
          <p:nvPr/>
        </p:nvGrpSpPr>
        <p:grpSpPr>
          <a:xfrm>
            <a:off x="2456179" y="2018105"/>
            <a:ext cx="2743200" cy="914400"/>
            <a:chOff x="1892299" y="1118945"/>
            <a:chExt cx="2743200" cy="9144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7D5B84-EE79-7CCE-8C36-E9421750B74B}"/>
                </a:ext>
              </a:extLst>
            </p:cNvPr>
            <p:cNvSpPr/>
            <p:nvPr/>
          </p:nvSpPr>
          <p:spPr>
            <a:xfrm>
              <a:off x="1892299" y="1118945"/>
              <a:ext cx="2743200" cy="9144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87C2882-7687-5A8A-953E-E1BB8A89AA53}"/>
                </a:ext>
              </a:extLst>
            </p:cNvPr>
            <p:cNvSpPr txBox="1"/>
            <p:nvPr/>
          </p:nvSpPr>
          <p:spPr>
            <a:xfrm>
              <a:off x="2087619" y="1391479"/>
              <a:ext cx="2318327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COLLECT_ADC_DATA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AFB732A-727F-3B9A-D03D-26FE6880615C}"/>
              </a:ext>
            </a:extLst>
          </p:cNvPr>
          <p:cNvGrpSpPr/>
          <p:nvPr/>
        </p:nvGrpSpPr>
        <p:grpSpPr>
          <a:xfrm>
            <a:off x="7991725" y="4463130"/>
            <a:ext cx="2743200" cy="914400"/>
            <a:chOff x="7646506" y="1118945"/>
            <a:chExt cx="2743200" cy="9144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28F8664-0E71-B84D-5347-F703EA266A65}"/>
                </a:ext>
              </a:extLst>
            </p:cNvPr>
            <p:cNvSpPr/>
            <p:nvPr/>
          </p:nvSpPr>
          <p:spPr>
            <a:xfrm>
              <a:off x="7646506" y="1118945"/>
              <a:ext cx="2743200" cy="9144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73E557-C04C-D28B-2213-B98BD007B7DF}"/>
                </a:ext>
              </a:extLst>
            </p:cNvPr>
            <p:cNvSpPr txBox="1"/>
            <p:nvPr/>
          </p:nvSpPr>
          <p:spPr>
            <a:xfrm>
              <a:off x="7964292" y="1391479"/>
              <a:ext cx="2107628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CLEAR_INTERRUPT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EAF40A-3747-7FE1-F9F2-41B775E7DA6A}"/>
              </a:ext>
            </a:extLst>
          </p:cNvPr>
          <p:cNvGrpSpPr/>
          <p:nvPr/>
        </p:nvGrpSpPr>
        <p:grpSpPr>
          <a:xfrm>
            <a:off x="7991725" y="2018105"/>
            <a:ext cx="2743200" cy="914400"/>
            <a:chOff x="7646506" y="3563970"/>
            <a:chExt cx="2743200" cy="9144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45FFE25-C95D-2BF8-AD91-B10074722AE2}"/>
                </a:ext>
              </a:extLst>
            </p:cNvPr>
            <p:cNvSpPr/>
            <p:nvPr/>
          </p:nvSpPr>
          <p:spPr>
            <a:xfrm>
              <a:off x="7646506" y="3563970"/>
              <a:ext cx="2743200" cy="9144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AB7CD7B-A7C4-83F7-BF5D-9F81B304FBC6}"/>
                </a:ext>
              </a:extLst>
            </p:cNvPr>
            <p:cNvSpPr txBox="1"/>
            <p:nvPr/>
          </p:nvSpPr>
          <p:spPr>
            <a:xfrm>
              <a:off x="7818611" y="3836504"/>
              <a:ext cx="239899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TRANSMIT_ADC_DATA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33E8DD0-2E36-93E9-B4DF-256B98CA9161}"/>
              </a:ext>
            </a:extLst>
          </p:cNvPr>
          <p:cNvGrpSpPr/>
          <p:nvPr/>
        </p:nvGrpSpPr>
        <p:grpSpPr>
          <a:xfrm>
            <a:off x="2439063" y="4463130"/>
            <a:ext cx="2743200" cy="914400"/>
            <a:chOff x="1875183" y="3563970"/>
            <a:chExt cx="2743200" cy="9144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53B613-4984-BF63-037F-AF4FEB53C089}"/>
                </a:ext>
              </a:extLst>
            </p:cNvPr>
            <p:cNvSpPr/>
            <p:nvPr/>
          </p:nvSpPr>
          <p:spPr>
            <a:xfrm>
              <a:off x="1875183" y="3563970"/>
              <a:ext cx="27432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8EE7D1-15E3-6A69-5BAC-947D3A778761}"/>
                </a:ext>
              </a:extLst>
            </p:cNvPr>
            <p:cNvSpPr txBox="1"/>
            <p:nvPr/>
          </p:nvSpPr>
          <p:spPr>
            <a:xfrm>
              <a:off x="2850786" y="3834599"/>
              <a:ext cx="803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DONE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B47387B-92E5-3468-026F-B66230F16CF9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5199379" y="2475305"/>
            <a:ext cx="27923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E938C10-F914-D9EF-D132-A2BECB3F9660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>
            <a:off x="9363325" y="2932505"/>
            <a:ext cx="0" cy="15306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DA9FEF-81EE-D5ED-A83C-062B0A5852EE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flipH="1">
            <a:off x="5182263" y="4920330"/>
            <a:ext cx="2809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84523F8-18BF-6ECA-3997-D3A8850AAA15}"/>
              </a:ext>
            </a:extLst>
          </p:cNvPr>
          <p:cNvCxnSpPr>
            <a:stCxn id="16" idx="0"/>
            <a:endCxn id="13" idx="2"/>
          </p:cNvCxnSpPr>
          <p:nvPr/>
        </p:nvCxnSpPr>
        <p:spPr>
          <a:xfrm flipV="1">
            <a:off x="3810663" y="2932505"/>
            <a:ext cx="17116" cy="15306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D3C0267-4EA0-B7CC-07B4-67A9A58A5E47}"/>
              </a:ext>
            </a:extLst>
          </p:cNvPr>
          <p:cNvSpPr txBox="1"/>
          <p:nvPr/>
        </p:nvSpPr>
        <p:spPr>
          <a:xfrm>
            <a:off x="5644954" y="1828974"/>
            <a:ext cx="20298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 from all three</a:t>
            </a:r>
          </a:p>
          <a:p>
            <a:pPr algn="ctr"/>
            <a:r>
              <a:rPr lang="en-US" dirty="0"/>
              <a:t>ADC collected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9CC87F-16F5-5835-E1B0-C0C4C8E3B1B5}"/>
              </a:ext>
            </a:extLst>
          </p:cNvPr>
          <p:cNvSpPr txBox="1"/>
          <p:nvPr/>
        </p:nvSpPr>
        <p:spPr>
          <a:xfrm>
            <a:off x="9427387" y="3374651"/>
            <a:ext cx="2615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 sent for transmitter</a:t>
            </a:r>
          </a:p>
          <a:p>
            <a:pPr algn="ctr"/>
            <a:r>
              <a:rPr lang="en-US" dirty="0"/>
              <a:t>radio for transmission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FFE8D9-69CA-5A16-9184-1AB4E645CA9F}"/>
              </a:ext>
            </a:extLst>
          </p:cNvPr>
          <p:cNvSpPr txBox="1"/>
          <p:nvPr/>
        </p:nvSpPr>
        <p:spPr>
          <a:xfrm>
            <a:off x="5482364" y="4020982"/>
            <a:ext cx="22092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 successfully or</a:t>
            </a:r>
          </a:p>
          <a:p>
            <a:pPr algn="ctr"/>
            <a:r>
              <a:rPr lang="en-US" dirty="0"/>
              <a:t>unsuccessfully sent</a:t>
            </a:r>
          </a:p>
          <a:p>
            <a:pPr algn="ctr"/>
            <a:r>
              <a:rPr lang="en-US" dirty="0"/>
              <a:t>to receiver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224893-4465-34B7-AD59-E47B5E12C9D8}"/>
              </a:ext>
            </a:extLst>
          </p:cNvPr>
          <p:cNvSpPr txBox="1"/>
          <p:nvPr/>
        </p:nvSpPr>
        <p:spPr>
          <a:xfrm>
            <a:off x="1566041" y="3374651"/>
            <a:ext cx="2212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ADC reinitialized for</a:t>
            </a:r>
          </a:p>
          <a:p>
            <a:pPr algn="ctr"/>
            <a:r>
              <a:rPr lang="en-US" dirty="0"/>
              <a:t>new collection cycle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FE34EA0-778B-969A-E6DE-3337C88F299C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827779" y="1112520"/>
            <a:ext cx="0" cy="9055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D71404A4-DA77-0D8F-F7E4-9035585173D7}"/>
              </a:ext>
            </a:extLst>
          </p:cNvPr>
          <p:cNvSpPr/>
          <p:nvPr/>
        </p:nvSpPr>
        <p:spPr>
          <a:xfrm>
            <a:off x="3782059" y="103632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93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40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 Hittson</dc:creator>
  <cp:lastModifiedBy>Finn Hittson</cp:lastModifiedBy>
  <cp:revision>2</cp:revision>
  <dcterms:created xsi:type="dcterms:W3CDTF">2025-10-04T02:06:46Z</dcterms:created>
  <dcterms:modified xsi:type="dcterms:W3CDTF">2025-10-07T04:57:08Z</dcterms:modified>
</cp:coreProperties>
</file>