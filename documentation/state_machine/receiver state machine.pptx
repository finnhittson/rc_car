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CE89D-8E7F-4C60-A38B-F350FC910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138F4E-1E2D-F2CD-E5EC-C23945F37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8ECC9-CA1F-EB65-68D3-4225757F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14A3-6824-4E02-AE86-C3E35F657F4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51F89-D1FB-68DF-69C9-F8108B522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C4B9F-23A7-CCD6-C453-F39D262F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CB584-EBE3-4789-80F5-44ED52A08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3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64686-7042-3F93-F3D8-49488FD42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1EBE9-92CC-3431-AD52-D4F375FB3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44ADB-CFCF-EF49-D76F-688DA170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14A3-6824-4E02-AE86-C3E35F657F4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1D180-B305-D067-20D0-54B1DB0F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26A93-1095-3EFD-B1C7-AD087EFA0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CB584-EBE3-4789-80F5-44ED52A08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97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6C94-5578-9E60-4A3D-3AB72F2F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0B99F-9B9F-4B3D-86E8-3A5C4B985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BD0CF-5C83-7DA4-F501-5C1A7632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14A3-6824-4E02-AE86-C3E35F657F4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E418B-ECE9-D931-24A6-D363B8F9E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C82A3-0369-2177-BC77-DFEE34D93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CB584-EBE3-4789-80F5-44ED52A08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70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04D4-A002-0E35-2428-BE319831D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D9A81-A626-3A89-C877-5CAFC73B6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0C7B2-D94B-403B-AE9E-46FEA47E3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4E90D-A3C8-FF65-094A-26F4156AF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14A3-6824-4E02-AE86-C3E35F657F4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971DD-7F4C-CD72-828D-C3AC9C6B3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A9177-5AD3-1E0D-1908-723CC45DA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CB584-EBE3-4789-80F5-44ED52A08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50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8296-A11F-3E73-87D3-332CAEBF4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FEEDB-0F4C-B3EF-5B1F-1DD3E9826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5D1A58-3A2B-C611-76FD-1FDA872F3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553D63-40E5-380B-34DC-1D1116CE3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B3F73C-881D-4875-03AE-D112DD243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FAE8C5-2149-3712-F233-B53192362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14A3-6824-4E02-AE86-C3E35F657F4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BC8A4-8058-D59F-EE13-D2BCB3977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10DA8A-A7B4-A6FE-240B-3F38670E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CB584-EBE3-4789-80F5-44ED52A08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8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F7078-C090-B6F5-47BE-E5464B5F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A939AE-59CD-FC72-E753-57274A49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14A3-6824-4E02-AE86-C3E35F657F4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E3078-A88C-A56F-4126-73E2C3C7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3E33C6-13E5-679C-F64C-02B64B24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CB584-EBE3-4789-80F5-44ED52A08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5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7EBB3B-FCB3-B753-C1B6-E1431472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14A3-6824-4E02-AE86-C3E35F657F4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18680-29E2-8CD8-BC24-21125C49D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3FB35-CF26-B23F-8A51-7A65A40F7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CB584-EBE3-4789-80F5-44ED52A08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67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4CECE-8A97-3D85-893D-04310C81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1568C-4F3A-6845-69AF-DB0F59FED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2FBB9-9699-2A64-1C81-E90FA1601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F267A-13DE-5183-782C-99C36806D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14A3-6824-4E02-AE86-C3E35F657F4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78F60-ABDD-3F51-427F-B5B89351A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FDD80-9E08-4178-ADAC-4824E67E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CB584-EBE3-4789-80F5-44ED52A08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24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786B-729C-1FEF-9003-3B44A7C2A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2116B0-B541-C5F6-9A94-7E7D2FC861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F3139-0F75-29B7-885A-6EE0D71F7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E48ED-45BC-EF25-7909-E9EAE07A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14A3-6824-4E02-AE86-C3E35F657F4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E53A0-4E59-02CC-3E09-44E3B456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BC07C-0A18-FF6F-E956-2DB3DA4C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CB584-EBE3-4789-80F5-44ED52A08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44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F362C-4B41-4DFC-A9D0-83F2E26D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2E3A6B-865C-BA37-A889-2F5E58AB7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0ED91-FC14-0EF2-9390-64E437119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14A3-6824-4E02-AE86-C3E35F657F4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E9644-DEA8-FAA7-03C9-85B9AD252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98B4B-646D-DEC0-44A4-1C748D3D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CB584-EBE3-4789-80F5-44ED52A08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25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152F69-DCB0-D313-864B-646407815D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D1087-DBAB-80E7-3555-3269D9688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2D70B-CD58-69B1-AB08-3EB2A81A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14A3-6824-4E02-AE86-C3E35F657F4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B7E6B-52DA-D149-B7CD-9CF4B49E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D065D-FB4E-B650-A65C-A225322A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CB584-EBE3-4789-80F5-44ED52A08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67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D9F1A8-4840-8A7A-B839-AC30B6565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2CE98-BB3F-A127-2B94-D2074D8CE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F3C50-362C-238F-427F-3290C2CA82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714A3-6824-4E02-AE86-C3E35F657F4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5FA3E-9D9A-1754-C2B6-E8A602FB7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94AB3-D120-984F-DF97-E15FA2CDD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CB584-EBE3-4789-80F5-44ED52A08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6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777739-4385-FC89-1C8F-A4B81EB7D01A}"/>
              </a:ext>
            </a:extLst>
          </p:cNvPr>
          <p:cNvSpPr/>
          <p:nvPr/>
        </p:nvSpPr>
        <p:spPr>
          <a:xfrm>
            <a:off x="1570383" y="1411357"/>
            <a:ext cx="8653669" cy="23967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0FA9E4-A4AF-4573-FACB-803FED7275B9}"/>
              </a:ext>
            </a:extLst>
          </p:cNvPr>
          <p:cNvSpPr/>
          <p:nvPr/>
        </p:nvSpPr>
        <p:spPr>
          <a:xfrm>
            <a:off x="1724659" y="2454204"/>
            <a:ext cx="274320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96840-F6CF-0AAD-4E6E-DA2B7AF326C7}"/>
              </a:ext>
            </a:extLst>
          </p:cNvPr>
          <p:cNvSpPr txBox="1"/>
          <p:nvPr/>
        </p:nvSpPr>
        <p:spPr>
          <a:xfrm>
            <a:off x="2490129" y="2726738"/>
            <a:ext cx="112082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READ_RX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DD4666-FBAA-FB4A-F290-4CFC8B4D0395}"/>
              </a:ext>
            </a:extLst>
          </p:cNvPr>
          <p:cNvSpPr/>
          <p:nvPr/>
        </p:nvSpPr>
        <p:spPr>
          <a:xfrm>
            <a:off x="7260205" y="2454204"/>
            <a:ext cx="274320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D99A60-75EE-6166-C26A-EE327934CAD8}"/>
              </a:ext>
            </a:extLst>
          </p:cNvPr>
          <p:cNvSpPr txBox="1"/>
          <p:nvPr/>
        </p:nvSpPr>
        <p:spPr>
          <a:xfrm>
            <a:off x="7506304" y="2726738"/>
            <a:ext cx="2251001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UPDATE_CONTROLS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2F24CC2-4252-B90C-6A51-D56711E2725D}"/>
              </a:ext>
            </a:extLst>
          </p:cNvPr>
          <p:cNvCxnSpPr>
            <a:cxnSpLocks/>
          </p:cNvCxnSpPr>
          <p:nvPr/>
        </p:nvCxnSpPr>
        <p:spPr>
          <a:xfrm>
            <a:off x="4467858" y="2646360"/>
            <a:ext cx="27923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EA3E22D-524A-AC1E-EFD4-1494CE9784A2}"/>
              </a:ext>
            </a:extLst>
          </p:cNvPr>
          <p:cNvSpPr txBox="1"/>
          <p:nvPr/>
        </p:nvSpPr>
        <p:spPr>
          <a:xfrm>
            <a:off x="5050076" y="2001411"/>
            <a:ext cx="15787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 from</a:t>
            </a:r>
          </a:p>
          <a:p>
            <a:pPr algn="ctr"/>
            <a:r>
              <a:rPr lang="en-US" dirty="0"/>
              <a:t>receiver ready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B51E55-C7DA-DCC1-CA0C-7D2F3A0182CC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096259" y="1548619"/>
            <a:ext cx="0" cy="9055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58A97415-0474-16EC-FB87-963150D92DF1}"/>
              </a:ext>
            </a:extLst>
          </p:cNvPr>
          <p:cNvSpPr/>
          <p:nvPr/>
        </p:nvSpPr>
        <p:spPr>
          <a:xfrm>
            <a:off x="3050539" y="147241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1D7A0B-6135-6F15-D74D-92DAC8F11100}"/>
              </a:ext>
            </a:extLst>
          </p:cNvPr>
          <p:cNvCxnSpPr>
            <a:cxnSpLocks/>
          </p:cNvCxnSpPr>
          <p:nvPr/>
        </p:nvCxnSpPr>
        <p:spPr>
          <a:xfrm>
            <a:off x="4467858" y="3163195"/>
            <a:ext cx="2792346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AD5E3F9-FCB5-D84B-5CC6-45633FFB2E76}"/>
              </a:ext>
            </a:extLst>
          </p:cNvPr>
          <p:cNvSpPr txBox="1"/>
          <p:nvPr/>
        </p:nvSpPr>
        <p:spPr>
          <a:xfrm>
            <a:off x="4894905" y="3161814"/>
            <a:ext cx="1889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Control</a:t>
            </a:r>
          </a:p>
          <a:p>
            <a:pPr algn="ctr"/>
            <a:r>
              <a:rPr lang="en-US" dirty="0"/>
              <a:t>update complete</a:t>
            </a:r>
          </a:p>
        </p:txBody>
      </p:sp>
    </p:spTree>
    <p:extLst>
      <p:ext uri="{BB962C8B-B14F-4D97-AF65-F5344CB8AC3E}">
        <p14:creationId xmlns:p14="http://schemas.microsoft.com/office/powerpoint/2010/main" val="973477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Finn Hittson</dc:creator>
  <cp:lastModifiedBy>Finn Hittson</cp:lastModifiedBy>
  <cp:revision>2</cp:revision>
  <dcterms:created xsi:type="dcterms:W3CDTF">2025-10-04T02:19:35Z</dcterms:created>
  <dcterms:modified xsi:type="dcterms:W3CDTF">2025-10-07T04:56:29Z</dcterms:modified>
</cp:coreProperties>
</file>