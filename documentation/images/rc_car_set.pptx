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C978A-1A60-54B6-6940-A69D2693D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C0FC3-4D7C-770F-18B1-273CE725E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7C3FB-49B8-561D-DD60-1C864FBB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4EBBE-F2F5-8734-879F-1EE5B459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024EA-BCBF-E4E4-F86A-6F5E0B1F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0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BB22-1C9C-DE8B-1EB2-80868448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F1403-2062-630F-13B0-9BD586677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83BB-8CFC-4B87-A315-06BD9735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372F8-D7D7-71E9-2A0C-CB1720AA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DE23D-4C05-50A6-054A-6ABD60FE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6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9931-2856-5D25-68D0-CF7E0B160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E8C2B-1AEA-5C08-5183-35E641AF1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2F9F2-8111-31E0-789B-5D7D0479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7418-7B6A-82B0-83E4-1806FA95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C19B2-E118-1A42-82F8-EC6F97D7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5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175E-A3B5-71BA-A969-1A86ED87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2DCB7-A263-F4AA-78D9-028C4872D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97C44-7459-1DCE-D8D4-176CAC75D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F0FE3-604E-21EA-263F-A46ADF259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C668C-72F0-EE0B-DF37-630BE715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B3CF0-4307-2006-7527-0587CCCD6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38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1C7B-A6D5-F2E1-023A-15C5F45D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68B40-1362-7D6C-EA5B-5E7FAD7CB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F4EF8-6CC9-5B62-051D-7446433E1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8F81F-A7F4-A730-AB20-2054F87B1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3DD1F-7A28-79C0-9F45-2E0120AC1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8105B-F157-9FE8-5AC8-5AE4A82B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2797D-BE82-5263-96FA-52CA46CE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35689-F8BA-F85C-93C0-0493E037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9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4288-2255-0C12-F57B-1DE467AE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98FC0-C437-9646-3184-3A02C7B5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EDAA0-FF2F-1BCD-53CC-5C45D0B9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44E7E-261C-92DC-009B-9641D515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0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7FAFB-0F78-D495-7113-58387D93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AC612-C58F-CAFE-9580-3D3D9D3A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3E5C2-3E19-174D-0BFA-38F968447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5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F83C-4CC5-EC84-5093-926CB622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6F8CE-5D89-3087-7A0A-1F366AB51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4DF32-9C3E-52B4-DAA0-85874122A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A6E84-30F7-EAB8-E783-E7813CCB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A1E79-3DC6-9BBE-089A-4592A286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F8563-5D2C-CA02-2219-722C2255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A8AC-B68A-B317-CA9C-D9A34D5A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2EB74-4316-452C-ECD9-A186CD361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BD6AA-B0DA-6F88-7005-F6D4DF3B9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FC39A-69FF-A5E1-551F-126099AB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9E034-2937-2188-6A22-86F5117E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B8806-4276-1598-CF61-D1D88AAA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13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B239-8150-FD31-C70B-2DF8CD209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B5C67-C05A-26AF-486A-2410A9DAC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7CC67-7B8A-A7FA-7352-A5D518F6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9172-C880-9587-C6F1-2F269689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A6724-A1DE-50F1-C75E-EC833E73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4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1FB1C-6156-595B-72A6-F754BDAE0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9037F-2A84-47F1-3B6E-B41C6E994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A3BA5-F1E0-91CE-A873-BC2DA51F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69105-81E8-6FF5-88A5-E2990F53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2E7D5-EEC3-A9AC-D07D-FF495926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5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69AB3-1AA7-A550-0361-0A481B5C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FE0E8-0E15-FFB1-7435-D3915F9D6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925F-6CBB-5B32-36DE-0809A550A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307F1-E396-4F78-8237-062FD6B9248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FCB50-81DA-E8E5-5C56-91ABF7996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B65F0-A560-E2BF-266D-04B45B9C0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B4BE0-39A6-4387-B40F-B1ED633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3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0114B2-0009-8624-8BFA-8C75EEF4D48D}"/>
              </a:ext>
            </a:extLst>
          </p:cNvPr>
          <p:cNvSpPr/>
          <p:nvPr/>
        </p:nvSpPr>
        <p:spPr>
          <a:xfrm>
            <a:off x="1019908" y="478302"/>
            <a:ext cx="10234246" cy="5971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yellow and red video game controller&#10;&#10;AI-generated content may be incorrect.">
            <a:extLst>
              <a:ext uri="{FF2B5EF4-FFF2-40B4-BE49-F238E27FC236}">
                <a16:creationId xmlns:a16="http://schemas.microsoft.com/office/drawing/2014/main" id="{72DDADCA-1686-AF2B-98B6-807C2DF88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580" y="576775"/>
            <a:ext cx="3311776" cy="4149969"/>
          </a:xfrm>
          <a:prstGeom prst="rect">
            <a:avLst/>
          </a:prstGeom>
        </p:spPr>
      </p:pic>
      <p:pic>
        <p:nvPicPr>
          <p:cNvPr id="5" name="Picture 4" descr="A yellow car with red wheels&#10;&#10;AI-generated content may be incorrect.">
            <a:extLst>
              <a:ext uri="{FF2B5EF4-FFF2-40B4-BE49-F238E27FC236}">
                <a16:creationId xmlns:a16="http://schemas.microsoft.com/office/drawing/2014/main" id="{8D9A7147-F493-5EEC-1778-ED377F97D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356" y="576775"/>
            <a:ext cx="6572925" cy="570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43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Hittson</dc:creator>
  <cp:lastModifiedBy>Finn Hittson</cp:lastModifiedBy>
  <cp:revision>1</cp:revision>
  <dcterms:created xsi:type="dcterms:W3CDTF">2025-10-07T04:48:51Z</dcterms:created>
  <dcterms:modified xsi:type="dcterms:W3CDTF">2025-10-07T04:55:33Z</dcterms:modified>
</cp:coreProperties>
</file>