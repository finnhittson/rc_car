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8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D8B8-4675-77DC-8C8C-ECA7A5B2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A7EFA-CB9E-29DF-DA95-C02251A5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C5B3F-B411-6B50-A9DF-806B7C60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2E0A5-8B10-1284-E04C-79CDC2FA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E9C7-D753-2284-12B8-5AEFFB18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2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1170-BF77-F8A5-82CB-644ABBE9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9EE1-C542-30E9-724B-60493C11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9A195-EC70-38E4-6A00-7071BAE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77382-5BA3-C4D2-A441-940FACCF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D2F1-D7A1-F101-FC7E-B8D69DCB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6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9065-76D7-F31C-95CA-4F8CA960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9354F-8ECF-D26B-0FEB-C31C422B5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8867D-AF98-1F57-9906-AEE25D49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5A4C1-6A2A-5AB2-DB4D-FF854B9C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A5B03-FE26-CD59-B384-0D93BB69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4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0585-9090-437D-DCD5-342D4C2F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23AD2-95B5-123E-68FA-68DE9C414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2B291-7558-6314-2B22-0905179CF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6C626-528A-3CA2-2A88-ADBAAAF5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7D18-FC16-08C5-259E-1B47114E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4ADA5-7930-8A83-9000-98CA85F4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AB0B-85DF-644F-217D-ADF7032F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54A69-70FB-15B6-C7A7-192F09CE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DDC5-925F-CEA0-70CE-E82E66E69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BE1AC-8990-17F0-C246-59BC6EA17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ED0DE-5AD6-A555-EF9A-07827A91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2738E-AEC5-CD00-C7AA-093818B2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4B8EDF-82E1-531C-38E4-4712D24C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F1A64-BCD2-6399-F123-C0613CBF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3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678C-C024-B162-7B15-C3E01FE6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057AE-C9DE-D70C-DEF0-67FD21F3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C3B08-2688-2B29-7076-A6B29166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9849B-2033-AD85-9979-F5786053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7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6831B-DD06-1E3F-82F3-B3252623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4E2BC-4978-74A7-1D3D-A9628264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0BBF-F8E3-3287-06D0-D38A234E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48C7-363E-EE60-A047-579E8BB5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CEEA-2E63-D2A9-C843-57157192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8CC29-F3E7-836F-5DB8-B3ACDDCED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B7556-5397-1A49-098A-7198D382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0F4FE-1360-0635-40C4-DBF98914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32FC-FB81-ECFB-A197-BD11A2B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9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AFF9-566D-676E-3DFB-F84DF4B1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D7304-58A3-697C-251B-1B5C0A3F4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82D83-A16E-229E-76E2-52E7E127B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E83CD-398B-A93C-8924-58AE126F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40609-6918-67D2-5CC4-0FF479BB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2F948-2294-091E-504A-5E81BDF9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0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97FF-D307-06E0-371B-2B504CE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82A74-EC95-E045-98A9-E87F08C2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EB5C-E132-4D46-D1B1-B3125941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D4E9-E894-0651-4336-52193E66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B70A6-CE51-68B1-1594-C041EAC7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5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65C20-4B78-20B4-E946-75803D083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4C72-3AC1-D663-D30D-6297FAF6C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B26BC-AF3E-8DF9-6B84-F7262F42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0115-2EE4-9329-B41E-9A289B95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3EB5-E93C-69CB-A0F3-E1A5DBD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7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FC036-56F0-3B8E-610D-715B174C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E6BF2-D206-C2E0-7C2D-7F258D3B4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B870-F765-FC54-FB9E-27E98D8F6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5DAB8-0A93-482E-A7F9-41DEC10D668F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507B-5B8A-18F3-BDEA-B35205B92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2C621-0CEB-501F-C1A3-8210C1691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AE3BE-4895-48E8-BA41-C8FF14A8C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7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9AD7E54B-8BB7-689E-0056-E7A20755B130}"/>
              </a:ext>
            </a:extLst>
          </p:cNvPr>
          <p:cNvGrpSpPr/>
          <p:nvPr/>
        </p:nvGrpSpPr>
        <p:grpSpPr>
          <a:xfrm>
            <a:off x="1779757" y="1767437"/>
            <a:ext cx="914400" cy="914400"/>
            <a:chOff x="3078480" y="1652016"/>
            <a:chExt cx="914400" cy="9144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6B84FB-A339-9484-DEA9-1A010AA30D33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D26855-E701-628C-E06F-91C062CA5A03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1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F909D3-1F87-ABE5-00C0-A0A2B0FE3C0D}"/>
              </a:ext>
            </a:extLst>
          </p:cNvPr>
          <p:cNvGrpSpPr/>
          <p:nvPr/>
        </p:nvGrpSpPr>
        <p:grpSpPr>
          <a:xfrm>
            <a:off x="2721326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C813875-5B3F-8704-2922-9E2E902FD3AD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25AD8A-24F2-0AB2-93F9-F73D0B718D76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2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461852D-AD35-63A6-5A21-8E65BC6F3BDF}"/>
              </a:ext>
            </a:extLst>
          </p:cNvPr>
          <p:cNvGrpSpPr/>
          <p:nvPr/>
        </p:nvGrpSpPr>
        <p:grpSpPr>
          <a:xfrm>
            <a:off x="3662895" y="1767437"/>
            <a:ext cx="914400" cy="914400"/>
            <a:chOff x="3078480" y="1652016"/>
            <a:chExt cx="914400" cy="9144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CDD4389-9694-380A-B1DF-C58BC331644E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DF340FC-50D1-AECF-2E18-CFFB71B82E4E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3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C24AC26-1F4B-ABC9-26AE-4BC68AA8B28C}"/>
              </a:ext>
            </a:extLst>
          </p:cNvPr>
          <p:cNvGrpSpPr/>
          <p:nvPr/>
        </p:nvGrpSpPr>
        <p:grpSpPr>
          <a:xfrm>
            <a:off x="4604464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7B9EA41-AE9F-CA9A-12BD-0877C44F84A7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8ADB03-C45D-46D3-7A23-A23ACB3FD96C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4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48E3905-4F52-178F-FF0A-E6C32B12A066}"/>
              </a:ext>
            </a:extLst>
          </p:cNvPr>
          <p:cNvGrpSpPr/>
          <p:nvPr/>
        </p:nvGrpSpPr>
        <p:grpSpPr>
          <a:xfrm>
            <a:off x="5546033" y="1767437"/>
            <a:ext cx="914400" cy="914400"/>
            <a:chOff x="3078480" y="1652016"/>
            <a:chExt cx="914400" cy="9144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D0DB413-C683-6060-2E51-4978E71C87B8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991DCE-3AC7-48FB-B9DB-9D707A40E070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5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8044436-B55A-B375-141B-6D81DD2F7B0F}"/>
              </a:ext>
            </a:extLst>
          </p:cNvPr>
          <p:cNvGrpSpPr/>
          <p:nvPr/>
        </p:nvGrpSpPr>
        <p:grpSpPr>
          <a:xfrm>
            <a:off x="6487602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D6E3E1D-7E34-91FF-F5D1-52578C73A476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857407D-AAF9-E08C-CB46-F826ABBB7D02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6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98E828C-7BAE-C80C-7ECF-9D0834B1172F}"/>
              </a:ext>
            </a:extLst>
          </p:cNvPr>
          <p:cNvGrpSpPr/>
          <p:nvPr/>
        </p:nvGrpSpPr>
        <p:grpSpPr>
          <a:xfrm>
            <a:off x="7429171" y="1767437"/>
            <a:ext cx="914400" cy="914400"/>
            <a:chOff x="3078480" y="1652016"/>
            <a:chExt cx="914400" cy="9144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5A98C20-6064-F1C8-2EE3-A849281B79C2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2AAB986-BB33-D508-3DD5-3D673FD0334D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7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8E8FDFD-F8A6-6D02-8867-0C06A7843EE2}"/>
              </a:ext>
            </a:extLst>
          </p:cNvPr>
          <p:cNvGrpSpPr/>
          <p:nvPr/>
        </p:nvGrpSpPr>
        <p:grpSpPr>
          <a:xfrm>
            <a:off x="8370740" y="1767437"/>
            <a:ext cx="914400" cy="914400"/>
            <a:chOff x="3078480" y="1652016"/>
            <a:chExt cx="914400" cy="9144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57D79DC-46FB-E4C2-BEF4-F99DDD05DBC1}"/>
                </a:ext>
              </a:extLst>
            </p:cNvPr>
            <p:cNvSpPr/>
            <p:nvPr/>
          </p:nvSpPr>
          <p:spPr>
            <a:xfrm>
              <a:off x="3078480" y="1652016"/>
              <a:ext cx="914400" cy="914400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6F08A0C-55F4-969C-0452-5805C1E8EAAA}"/>
                </a:ext>
              </a:extLst>
            </p:cNvPr>
            <p:cNvSpPr txBox="1"/>
            <p:nvPr/>
          </p:nvSpPr>
          <p:spPr>
            <a:xfrm>
              <a:off x="3139674" y="1918581"/>
              <a:ext cx="792012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Byte 8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5E739E-28E2-CCBC-0AC8-83E9C976EC40}"/>
              </a:ext>
            </a:extLst>
          </p:cNvPr>
          <p:cNvSpPr txBox="1"/>
          <p:nvPr/>
        </p:nvSpPr>
        <p:spPr>
          <a:xfrm>
            <a:off x="1499213" y="2997711"/>
            <a:ext cx="102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 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5F799-DECE-AF7C-7A97-939B782D21A4}"/>
              </a:ext>
            </a:extLst>
          </p:cNvPr>
          <p:cNvSpPr txBox="1"/>
          <p:nvPr/>
        </p:nvSpPr>
        <p:spPr>
          <a:xfrm>
            <a:off x="1168491" y="3429000"/>
            <a:ext cx="213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 pot high byte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50CEE-3270-38DA-B4EA-B6B030D336BC}"/>
              </a:ext>
            </a:extLst>
          </p:cNvPr>
          <p:cNvSpPr txBox="1"/>
          <p:nvPr/>
        </p:nvSpPr>
        <p:spPr>
          <a:xfrm>
            <a:off x="2144845" y="3744874"/>
            <a:ext cx="2067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Speed pot low byte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A0662-3B1C-F35B-37AB-47CCF7173C1C}"/>
              </a:ext>
            </a:extLst>
          </p:cNvPr>
          <p:cNvSpPr txBox="1"/>
          <p:nvPr/>
        </p:nvSpPr>
        <p:spPr>
          <a:xfrm>
            <a:off x="3105907" y="4114206"/>
            <a:ext cx="202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Steer pot high byte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262F9B-B363-AF6F-FBAB-64B7AC6740C8}"/>
              </a:ext>
            </a:extLst>
          </p:cNvPr>
          <p:cNvSpPr txBox="1"/>
          <p:nvPr/>
        </p:nvSpPr>
        <p:spPr>
          <a:xfrm>
            <a:off x="4082261" y="4452730"/>
            <a:ext cx="19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Steer pot low byte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D10E0-77CD-81E3-181E-5F7415B3EEA5}"/>
              </a:ext>
            </a:extLst>
          </p:cNvPr>
          <p:cNvSpPr txBox="1"/>
          <p:nvPr/>
        </p:nvSpPr>
        <p:spPr>
          <a:xfrm>
            <a:off x="7119007" y="3744874"/>
            <a:ext cx="193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pot high byte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32C1A-449A-122A-DDE0-EE69E61C3C9A}"/>
              </a:ext>
            </a:extLst>
          </p:cNvPr>
          <p:cNvSpPr txBox="1"/>
          <p:nvPr/>
        </p:nvSpPr>
        <p:spPr>
          <a:xfrm>
            <a:off x="7570813" y="3429000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Trim pot low byte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0F513-2D96-8D82-2931-34FFD38B30DD}"/>
              </a:ext>
            </a:extLst>
          </p:cNvPr>
          <p:cNvSpPr txBox="1"/>
          <p:nvPr/>
        </p:nvSpPr>
        <p:spPr>
          <a:xfrm>
            <a:off x="8263315" y="2997711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Checksum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F54E8DB-258F-6DFE-1387-B2CEC70D6071}"/>
              </a:ext>
            </a:extLst>
          </p:cNvPr>
          <p:cNvCxnSpPr>
            <a:stCxn id="54" idx="2"/>
            <a:endCxn id="6" idx="0"/>
          </p:cNvCxnSpPr>
          <p:nvPr/>
        </p:nvCxnSpPr>
        <p:spPr>
          <a:xfrm flipH="1">
            <a:off x="2011405" y="2681837"/>
            <a:ext cx="225552" cy="315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120357F-05B0-E747-9C4C-7850C2A0ABA7}"/>
              </a:ext>
            </a:extLst>
          </p:cNvPr>
          <p:cNvCxnSpPr>
            <a:stCxn id="57" idx="2"/>
          </p:cNvCxnSpPr>
          <p:nvPr/>
        </p:nvCxnSpPr>
        <p:spPr>
          <a:xfrm flipH="1">
            <a:off x="2566416" y="2681837"/>
            <a:ext cx="612110" cy="7989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0120054-4773-7C34-450D-D3D0500A949A}"/>
              </a:ext>
            </a:extLst>
          </p:cNvPr>
          <p:cNvCxnSpPr>
            <a:stCxn id="60" idx="2"/>
          </p:cNvCxnSpPr>
          <p:nvPr/>
        </p:nvCxnSpPr>
        <p:spPr>
          <a:xfrm flipH="1">
            <a:off x="3480816" y="2681837"/>
            <a:ext cx="639279" cy="1116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FCF81AC-47E5-9D3A-AE36-7974FF880B67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295488" y="2681837"/>
            <a:ext cx="766176" cy="14923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C239621-46F6-F0EB-867B-FA0323DB000B}"/>
              </a:ext>
            </a:extLst>
          </p:cNvPr>
          <p:cNvCxnSpPr>
            <a:stCxn id="66" idx="2"/>
          </p:cNvCxnSpPr>
          <p:nvPr/>
        </p:nvCxnSpPr>
        <p:spPr>
          <a:xfrm flipH="1">
            <a:off x="5199888" y="2681837"/>
            <a:ext cx="803345" cy="1871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70C35E1-91CA-82C2-0AE0-DA9EFD422DD5}"/>
              </a:ext>
            </a:extLst>
          </p:cNvPr>
          <p:cNvCxnSpPr>
            <a:stCxn id="75" idx="2"/>
            <a:endCxn id="13" idx="0"/>
          </p:cNvCxnSpPr>
          <p:nvPr/>
        </p:nvCxnSpPr>
        <p:spPr>
          <a:xfrm>
            <a:off x="8827940" y="2681837"/>
            <a:ext cx="66350" cy="3158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B2DAC2A-61E4-635E-1E30-D660F85CDBB3}"/>
              </a:ext>
            </a:extLst>
          </p:cNvPr>
          <p:cNvCxnSpPr>
            <a:stCxn id="72" idx="2"/>
          </p:cNvCxnSpPr>
          <p:nvPr/>
        </p:nvCxnSpPr>
        <p:spPr>
          <a:xfrm>
            <a:off x="7886371" y="2681837"/>
            <a:ext cx="300557" cy="7989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B08B638-C165-E86C-E029-7342F22D1169}"/>
              </a:ext>
            </a:extLst>
          </p:cNvPr>
          <p:cNvCxnSpPr>
            <a:stCxn id="69" idx="2"/>
          </p:cNvCxnSpPr>
          <p:nvPr/>
        </p:nvCxnSpPr>
        <p:spPr>
          <a:xfrm>
            <a:off x="6944802" y="2681837"/>
            <a:ext cx="545563" cy="11164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BA55F58-F78B-B1A6-743F-F131A73A17B5}"/>
              </a:ext>
            </a:extLst>
          </p:cNvPr>
          <p:cNvSpPr txBox="1"/>
          <p:nvPr/>
        </p:nvSpPr>
        <p:spPr>
          <a:xfrm>
            <a:off x="1727845" y="1291089"/>
            <a:ext cx="176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Transmit Packet</a:t>
            </a:r>
          </a:p>
        </p:txBody>
      </p:sp>
    </p:spTree>
    <p:extLst>
      <p:ext uri="{BB962C8B-B14F-4D97-AF65-F5344CB8AC3E}">
        <p14:creationId xmlns:p14="http://schemas.microsoft.com/office/powerpoint/2010/main" val="394268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Hittson</dc:creator>
  <cp:lastModifiedBy>Finn Hittson</cp:lastModifiedBy>
  <cp:revision>1</cp:revision>
  <dcterms:created xsi:type="dcterms:W3CDTF">2025-10-04T02:29:01Z</dcterms:created>
  <dcterms:modified xsi:type="dcterms:W3CDTF">2025-10-04T02:45:56Z</dcterms:modified>
</cp:coreProperties>
</file>